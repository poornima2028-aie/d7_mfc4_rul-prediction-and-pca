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A63B-380C-A09D-A69A-654FD776F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8C235-AF02-E906-5CA0-F6320D426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95E27-7F28-3D73-03DA-C20AE1A0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D8C1A-D1A1-80A9-2D47-353BAA07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637F6-4841-D625-F96E-F66BC10F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17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0BE2-3658-F4AA-27A2-4F358EBE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C08C-AF83-0CEE-733A-DCF4F262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3A247-C9BD-DB0B-8DEC-5A19ED08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45FAA-3948-CE55-66B9-8AD39B53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CF33-C2CA-0DB4-7C08-796B0EE8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6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1051-C0C3-D860-B2EB-099090DC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4F063-F3FE-F5F9-FE7D-8FAB62142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C68C2-FBE1-FF2B-2310-826CFC9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A0EB-CF22-CA77-DF3B-3F11144D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7C1F3-0D0E-7DD4-7BCE-DA022844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92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50EA-EE33-E973-7EF9-97D8F980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04B0C-7D73-953B-BD23-B8C85DB9D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9BE87-CE53-662B-9EFB-23F811099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C5B16-5FB6-9707-FC76-3A5DDAAA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930AB-A7E8-6757-2B81-FFBD275A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3FE16-84E0-1AF6-F275-93970511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0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E617-FDA9-FA52-CE86-3D55107D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B5B5B-F540-7458-06CC-54CB36199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371C5-5037-43F9-D9CF-EF1B42BB6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AF75A-8A43-4C9C-25CB-AB06B1308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792A9-5A04-DF8C-44E2-1E630CC6B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C5D2B-67C0-E2EC-9D4E-D700E390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DBFDF-4112-C041-FC9C-74DBA8FD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1349D-3F75-4F59-05B7-A4DDFB1C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29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1513-DA65-976C-F349-E7DE4CAD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DA0DE-EA01-2262-A522-A7E342B2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6266D-B38F-3BF2-F57C-706B29EE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2E8A9-B667-3BB8-6621-2053536B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49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8B223-D41D-39C8-36DC-BF13B5FA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C5E72-EFEA-899E-D639-CAD14EB8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3A567-BFAE-2090-54A6-EA24A674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39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7B3D-990A-C0B7-BFEC-C124C854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48FB1-91D2-8EB5-B707-578A91A6F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0EED0-FB75-BBF4-7139-AE993E93F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624BD-2935-613E-EB41-D2A835F0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9360A-0FA4-772A-9840-59267B47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596AE-F777-C42D-C77E-5ABFE363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0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1FD94-9570-9E6C-68B2-65F0007C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2FBE6-AF6D-A812-C165-0AF56EBBE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5D926-C2B9-8F68-41AB-BBC19F52C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FE385-3484-0D1B-DBD3-A1916431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15DFA-1B92-4F43-AF6D-87931C52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4A147-57D5-4305-A724-CBE2C673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3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ED70-B67A-D742-25CB-F56041C5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6001B-7A89-52FD-0E95-E116BC224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6A125-B231-E70D-FB3E-F6BBAA0B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7D105-F827-841A-F7F9-E0FBD821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E0F7-0869-357A-3C5F-B33C0EDA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51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C041D-FAE4-D235-480C-F6AD9BEEA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2A675-E5EB-8E24-0BDB-495D7070D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E3FB8-CB8F-7050-0D86-670627E7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E09D6-62B2-5277-9367-4F31EA3C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BD348-1302-4AFB-E159-08CC4E80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5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7B4E7-130A-4F67-4B46-7B3B7A53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27AD7-3A16-E2E3-96EA-ABA7F7A2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9237-5E30-586D-97B6-12A469627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BA4DD-5D38-49CC-A4CF-AD75890357A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AEBD8-9C67-1DB3-F4D1-A9935D5FC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5D5C4-AA1A-6011-FBB6-D75039B2C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E6B19-FEC5-4420-9B97-647501036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18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A3A536-1606-D8CE-A6CC-29DA5FF3C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23078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274201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306510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458302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73041819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PCA + SVR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CNN + BiLSTM + Attention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CNN + BiLSTM + Attention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408036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Classical Machine Learning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Deep Learning Model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Deep Learning Model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4220843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Pipeline-based (separate steps)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End-to-end learning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End-to-end learning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9626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 Engineering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Required (manual + PCA reduction)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required (automatic feature learning)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required (automatic feature learning)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436632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Dimensionality Handling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PCA reduces features (e.g., 420 → ~40)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Learns features directly from raw data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Learns features directly from raw data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82236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Temporal Learning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Cannot capture time dependencies effectively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Captures temporal dependencies using BiLSTM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Captures temporal dependencies using BiLSTM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816676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Pattern Learning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supported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CNN captures local patterns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CNN captures local patterns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8999206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Long-Term Dependencies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Not handled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BiLSTM captures long-term relationships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BiLSTM captures long-term relationships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426355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Attention Mechanism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Not available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Highlights important time steps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Highlights important time steps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4595530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Interpretability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Easier to interpret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Moderate (improved via attention)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Moderate (improved via attention)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129524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Good baseline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Higher accuracy and better predictions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Higher accuracy and better predictions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371601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Overfitting Risk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Higher (needs regularization)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Higher (needs regularization)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8949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Cost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(CPU-friendly)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(needs more resources, GPU preferred)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 (needs more resources, GPU preferred)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059258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Training Time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903072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Limited for complex data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Highly scalable for large datasets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Highly scalable for large datasets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149837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Suitability for RUL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Basic prediction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Best for complex degradation modeling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Best for complex degradation </a:t>
                      </a:r>
                      <a:r>
                        <a:rPr lang="en-IN" sz="1100" b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modeling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30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40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 Manasa</dc:creator>
  <cp:lastModifiedBy>Shri Manasa</cp:lastModifiedBy>
  <cp:revision>1</cp:revision>
  <dcterms:created xsi:type="dcterms:W3CDTF">2026-04-08T10:39:15Z</dcterms:created>
  <dcterms:modified xsi:type="dcterms:W3CDTF">2026-04-08T10:39:48Z</dcterms:modified>
</cp:coreProperties>
</file>